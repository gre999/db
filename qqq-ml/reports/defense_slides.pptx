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自我介紹、題目、14週時間跨度。開場30秒帶過,把時間留給結論頁。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這是全篇唯一要記住的一句話。三個限定詞不是模糊帶過,後面每一頁都有對應的證據。對應問答:defense_qa.md 第1、11題。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四個階段是遞進關係:前一階段的負面結果,直接促成下一階段換角度嘗試。不是四個獨立題目。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強調這五項紀律在過程中真的攔下了假結果(下一頁的修正紀錄舉例),不是為了寫報告才列出來的門面。對應問答:第6題。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主比較不顯著,但隨機基準顯著——兩者合起來支持『部位規則有效,模型選擇不重要』。圖是第5週既有的淨值/回撤圖。對應問答:第4題。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狀態『能不能判定』跟『能不能拿來篩選』是兩個不同的問題,這頁的重點是把兩者分開講。對應問答:第5題。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字面上看起來贏(篩選後Sharpe較高),但block bootstrap不顯著——這是整個階段四『證據階梯』的核心示範。對應問答:第2、10題。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換一個表達力更強的架構,結果不是更好、是更差——這是對主旨最強的反例確認,不是『手工特徵這條路選錯了』。對應問答:第3、8題。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這張圖是整份報告的核心圖——強調『判讀分兩類』,不要把階段二跟階段三到五混為一談。對應問答:第2、12題。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三條分別代表三種發現方式:事後查時間對齊(週5)、寫測試主動抓到(週6)、追加檢定才發現標準不夠嚴格(週8)——不是同一種模式重複三次。對應問答:第6題。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誠實列出限制,不是自我否定——這正是整份報告方法論紀律的延伸。對應問答:第9題。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不是說深度學習沒用,是說『現在』用更大的模型在『現有』樣本量下沒有意義——先解決樣本量問題,才輪到換架構。對應問答:第3題。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重申主旨,收尾。不需要新資訊,是把前面12頁串起來的總結句。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Noto Sans TC"/>
              </a:rPr>
              <a:t>轉場頁,口頭邀請提問即可。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5156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52514E"/>
                </a:solidFill>
                <a:latin typeface="Noto Sans TC"/>
              </a:rPr>
              <a:t>115年Python程式設計與AI應用-第二期</a:t>
            </a:r>
          </a:p>
          <a:p>
            <a:r>
              <a:rPr sz="1800">
                <a:solidFill>
                  <a:srgbClr val="8A8984"/>
                </a:solidFill>
                <a:latin typeface="Noto Sans TC"/>
              </a:rPr>
              <a:t>期末專題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0B0B0B"/>
                </a:solidFill>
                <a:latin typeface="Noto Sans TC"/>
              </a:rPr>
              <a:t>機器學習能否改善 QQQ 短期交易策略?</a:t>
            </a:r>
          </a:p>
          <a:p>
            <a:r>
              <a:rPr sz="2200">
                <a:solidFill>
                  <a:srgbClr val="52514E"/>
                </a:solidFill>
                <a:latin typeface="Noto Sans TC"/>
              </a:rPr>
              <a:t>一個 14 週的實證研究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2514E"/>
                </a:solidFill>
                <a:latin typeface="Noto Sans TC"/>
              </a:rPr>
              <a:t>黃家輝  學號09</a:t>
            </a:r>
          </a:p>
          <a:p>
            <a:r>
              <a:rPr sz="1600">
                <a:solidFill>
                  <a:srgbClr val="8A8984"/>
                </a:solidFill>
                <a:latin typeface="Noto Sans TC"/>
              </a:rPr>
              <a:t>2026-09-29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Noto Sans TC"/>
              </a:rPr>
              <a:t>機器學習能改善預測指標,但無法顯著改善策略績效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扣除實際成本後,在現有樣本量下,無法顯著改善QQQ短期策略績效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三個限定詞:能改善預測指標 / 扣除實際成本後 / 現有樣本下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檢定力分析反推:需要約104年OOS資料,才能偵測到0.2的Sharpe差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Noto Sans TC"/>
              </a:rPr>
              <a:t>四個階段,遞進回答同一個問題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波動率預測,能改善以波動率為基礎的部位管理嗎?(階段二)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市場狀態,能事先判定、用來篩選規則策略的交易日嗎?(階段三)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交易日開盤前後的特徵,能篩選單筆訊號值不值得進場嗎?(階段四)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放棄手工特徵、直接用CNN處理原始分鐘序列,能多學到什麼嗎?(階段五)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Noto Sans TC"/>
              </a:rPr>
              <a:t>五項紀律,貫穿14週,不是事後包裝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事先寫定設定,結果不論好壞照實報告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巢狀walk-forward:測試段完全不參與配適或選門檻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截斷與篡改測試(CNN序列特徵無未來資訊洩漏)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隨機基準 + block bootstrap 雙層檢定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檢定力分析(第10、14週):量化「測不到」是不是「沒有效果」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Noto Sans TC"/>
              </a:rPr>
              <a:t>波動目標部位本身有效,但模型選擇不重要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預測層:QLIKE差-0.0147,DM p=0.00045(顯著改善)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策略層:Sharpe差-0.0026,p=0.9173(不顯著)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隨機基準(第14週):p=0.031,真實波動資訊優於打亂日期</a:t>
            </a:r>
          </a:p>
        </p:txBody>
      </p:sp>
      <p:pic>
        <p:nvPicPr>
          <p:cNvPr id="4" name="Picture 3" descr="w05_equity_dra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212080" cy="40338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Noto Sans TC"/>
              </a:rPr>
              <a:t>狀態標籤站得住腳,但拿來篩選交易日沒有用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HMM狀態外部驗證:t=9.93/12.20,p≈0(狀態本身顯著)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18個「狀態vs全樣本」比較,0個在p&lt;0.05顯著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逐年拆解(第14週):沒有一個狀態連續8年同向,不是巧合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16052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TC"/>
                        </a:rPr>
                        <a:t>策略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TC"/>
                        </a:rPr>
                        <a:t>篩選後Sharpe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TC"/>
                        </a:rPr>
                        <a:t>不篩選Sharpe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TC"/>
                        </a:rPr>
                        <a:t>差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Noto Sans TC"/>
                        </a:rPr>
                        <a:t>p值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ORB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0.239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0.396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-0.1566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0.570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VWAP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0.917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1.019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-0.1026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0B0B0B"/>
                          </a:solidFill>
                          <a:latin typeface="Noto Sans TC"/>
                        </a:rPr>
                        <a:t>0.441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Noto Sans TC"/>
              </a:rPr>
              <a:t>篩選效果看似存在,但通不過顯著性檢定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AUC=0.5965(中等),篩選後Sharpe差+0.1714,p=0.4845(不顯著)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五個模型沒有一個四項標準全過;樹模型嚴重過擬合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最小可偵測差0.692,需要約104年資料才能偵測到0.2的差距</a:t>
            </a:r>
          </a:p>
        </p:txBody>
      </p:sp>
      <p:pic>
        <p:nvPicPr>
          <p:cNvPr id="4" name="Picture 3" descr="w08_threshold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417320"/>
            <a:ext cx="5212080" cy="26412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B0B0B"/>
                </a:solidFill>
                <a:latin typeface="Noto Sans TC"/>
              </a:rPr>
              <a:t>CNN顯著輸給手工特徵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554480"/>
            <a:ext cx="5760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AUC差(CNN−手工特徵)-0.0554,p=0.0008(顯著更差)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三項增量資訊檢查一致確認:CNN沒有超出手工特徵的資訊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策略層:Sharpe差-0.1997,p=0.4700(不顯著)</a:t>
            </a:r>
          </a:p>
        </p:txBody>
      </p:sp>
      <p:pic>
        <p:nvPicPr>
          <p:cNvPr id="4" name="Picture 3" descr="w12_cnn_vs_hand_auc_by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71600"/>
            <a:ext cx="5212080" cy="26787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Noto Sans TC"/>
              </a:rPr>
              <a:t>不是雜訊太大,是樣本量從根本不夠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4173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四階段策略層觀察差,全部遠小於最小可偵測差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階段二:有檢定力支持的『沒有差異』;階段三到五:『偵測不到』≠『沒有效果』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約104年OOS資料才能偵測到0.2的Sharpe差(第10週)</a:t>
            </a:r>
          </a:p>
        </p:txBody>
      </p:sp>
      <p:pic>
        <p:nvPicPr>
          <p:cNvPr id="4" name="Picture 3" descr="w14_diff_vs_m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09" y="2880360"/>
            <a:ext cx="5727878" cy="3246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0B0B0B"/>
                </a:solidFill>
                <a:latin typeface="Noto Sans TC"/>
              </a:rPr>
              <a:t>方法論紀律真的擋下了看似顯著的假結果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737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Noto Sans TC"/>
                        </a:rPr>
                        <a:t>週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Noto Sans TC"/>
                        </a:rPr>
                        <a:t>問題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Noto Sans TC"/>
                        </a:rPr>
                        <a:t>發現方式</a:t>
                      </a:r>
                    </a:p>
                  </a:txBody>
                  <a:tcPr>
                    <a:solidFill>
                      <a:srgbClr val="2A78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5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20日歷史波動前視偏誤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看到異常結果後查時間對齊(p=0.001→0.85)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6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HMM濾波漏轉移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看結果前由測試抓到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8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成功標準不足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0B0B0B"/>
                          </a:solidFill>
                          <a:latin typeface="Noto Sans TC"/>
                        </a:rPr>
                        <a:t>追加檢定發現原標準不夠嚴格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" y="438912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完整六條見報告附錄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Noto Sans TC"/>
              </a:rPr>
              <a:t>樣本量是根本限制,不是任一階段的問題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兩次獨立檢定力分析(第10週Sharpe、第14週AUC)從不同指標確認同一件事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2022年做空訊號排序顛倒,目前只是一個假說,不是三次獨立驗證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任何看完結果才挑選的探索性組合,一律打上折扣,不能直接採用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B0B0B"/>
                </a:solidFill>
                <a:latin typeface="Noto Sans TC"/>
              </a:rPr>
              <a:t>更大的模型需要更多資料,不是現在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調查2022年做空訊號排序顛倒的具體機制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LSTM/Transformer列為未來工作,前提是樣本量顯著增加才成立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CNN(1809參數)在現有樣本上過擬合差距已經不小,更大架構需要更多資料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1148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0B0B"/>
                </a:solidFill>
                <a:latin typeface="Noto Sans TC"/>
              </a:rPr>
              <a:t>機器學習能改善預測,但改不了現有樣本下的策略績效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600200"/>
            <a:ext cx="1118585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四階段一致:預測層常有改善,策略層的差異顯著性檢定沒有一個通過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算術/複利兩種Sharpe定義下,6個策略層比較0個方向翻轉——結論對定義選擇穩健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2000">
                <a:solidFill>
                  <a:srgbClr val="0B0B0B"/>
                </a:solidFill>
                <a:latin typeface="Noto Sans TC"/>
              </a:rPr>
              <a:t>•  253個測試通過,可重現性在乾淨環境驗證過(v1.0.1)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0"/>
            <a:ext cx="11185855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B0B0B"/>
                </a:solidFill>
                <a:latin typeface="Noto Sans TC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840480"/>
            <a:ext cx="111858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800">
                <a:solidFill>
                  <a:srgbClr val="0B0B0B"/>
                </a:solidFill>
                <a:latin typeface="Noto Sans TC"/>
              </a:rPr>
              <a:t>•  準備問答見 reports/defense_qa.md(12題,每題對應章節與數字)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68735" y="64008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8A8984"/>
                </a:solidFill>
                <a:latin typeface="Noto Sans TC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